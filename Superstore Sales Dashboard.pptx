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A3735-6064-44D3-A2BD-A4B85C5F7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988" y="785365"/>
            <a:ext cx="10534002" cy="2541431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D7562-D27C-462D-A3AE-4AAB5F9AB9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Power BI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Sample Superstore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60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064B2-66ED-474D-BFA9-96ADA126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90918"/>
            <a:ext cx="9603275" cy="562836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C1D04C-FE78-40C5-8B4A-95ECD9CBA360}"/>
              </a:ext>
            </a:extLst>
          </p:cNvPr>
          <p:cNvSpPr/>
          <p:nvPr/>
        </p:nvSpPr>
        <p:spPr>
          <a:xfrm>
            <a:off x="1155032" y="2551837"/>
            <a:ext cx="100904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sales, profit, and discounts across regions and categories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monthly sales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and low-performing sub-categories and products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discount impact on profit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stakeholders to 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2478777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442EAF-A99D-4594-B3AA-20E99A21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8" y="946484"/>
            <a:ext cx="10234864" cy="506930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FA6F7D-F433-4E1A-821C-80B502F2302B}"/>
              </a:ext>
            </a:extLst>
          </p:cNvPr>
          <p:cNvSpPr/>
          <p:nvPr/>
        </p:nvSpPr>
        <p:spPr>
          <a:xfrm>
            <a:off x="4954441" y="257436"/>
            <a:ext cx="21226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518991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FA15B-52F4-425A-9835-753455BC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17812"/>
            <a:ext cx="9603275" cy="535941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Insights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F8C81E-696B-4D44-BC76-AA143E4551F6}"/>
              </a:ext>
            </a:extLst>
          </p:cNvPr>
          <p:cNvSpPr/>
          <p:nvPr/>
        </p:nvSpPr>
        <p:spPr>
          <a:xfrm>
            <a:off x="1451579" y="2305615"/>
            <a:ext cx="85023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generates the highest profit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peak during September and December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leads in total sales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 often lead to negative profits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Phones and Chairs dominate sub-category sales</a:t>
            </a:r>
          </a:p>
        </p:txBody>
      </p:sp>
    </p:spTree>
    <p:extLst>
      <p:ext uri="{BB962C8B-B14F-4D97-AF65-F5344CB8AC3E}">
        <p14:creationId xmlns:p14="http://schemas.microsoft.com/office/powerpoint/2010/main" val="166624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93A7-F081-4C82-BD78-9B8A5473D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67326"/>
            <a:ext cx="9603275" cy="58642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64795-74DE-474D-BED8-5262F94D8875}"/>
              </a:ext>
            </a:extLst>
          </p:cNvPr>
          <p:cNvSpPr/>
          <p:nvPr/>
        </p:nvSpPr>
        <p:spPr>
          <a:xfrm>
            <a:off x="1203157" y="2413338"/>
            <a:ext cx="1018673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comprehensive view of sales performance across different segments.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It enables stakeholders to: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areas of strength and weakness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 and patterns over time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informed business decisions based on data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product offerings and pricing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45420674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19</TotalTime>
  <Words>128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Gill Sans MT</vt:lpstr>
      <vt:lpstr>Times New Roman</vt:lpstr>
      <vt:lpstr>Wingdings</vt:lpstr>
      <vt:lpstr>Gallery</vt:lpstr>
      <vt:lpstr>Superstore Sales Dashboard</vt:lpstr>
      <vt:lpstr>Objectives</vt:lpstr>
      <vt:lpstr>PowerPoint Presentation</vt:lpstr>
      <vt:lpstr>Top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Dashboard</dc:title>
  <dc:creator>harshapachcha@gmail.com</dc:creator>
  <cp:lastModifiedBy>harshapachcha@gmail.com</cp:lastModifiedBy>
  <cp:revision>3</cp:revision>
  <dcterms:created xsi:type="dcterms:W3CDTF">2025-04-13T07:42:24Z</dcterms:created>
  <dcterms:modified xsi:type="dcterms:W3CDTF">2025-04-13T08:01:44Z</dcterms:modified>
</cp:coreProperties>
</file>